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8a03e365914705" /><Relationship Type="http://schemas.openxmlformats.org/officeDocument/2006/relationships/extended-properties" Target="/docProps/app.xml" Id="Rf9f78724a8b74732" /><Relationship Type="http://schemas.openxmlformats.org/officeDocument/2006/relationships/officeDocument" Target="/ppt/presentation.xml" Id="R5ccdc557a1e4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20f101008741be"/>
  </p:sldMasterIdLst>
  <p:notesMasterIdLst>
    <p:notesMasterId xmlns:r="http://schemas.openxmlformats.org/officeDocument/2006/relationships" r:id="R3d1cfb0d6ec942a4"/>
  </p:notesMasterIdLst>
  <p:sldIdLst>
    <p:sldId xmlns:r="http://schemas.openxmlformats.org/officeDocument/2006/relationships" id="256" r:id="R243c2d5ce3b249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206d6a23634719" /><Relationship Type="http://schemas.openxmlformats.org/officeDocument/2006/relationships/slideMaster" Target="/ppt/slideMasters/slideMaster1.xml" Id="Rde20f101008741be" /><Relationship Type="http://schemas.openxmlformats.org/officeDocument/2006/relationships/notesMaster" Target="/ppt/notesMasters/notesMaster1.xml" Id="R3d1cfb0d6ec942a4" /><Relationship Type="http://schemas.openxmlformats.org/officeDocument/2006/relationships/presProps" Target="/ppt/presProps.xml" Id="R30aa96e63fda43b6" /><Relationship Type="http://schemas.openxmlformats.org/officeDocument/2006/relationships/tableStyles" Target="/ppt/tableStyles.xml" Id="Rb5e9d2ec353f423e" /><Relationship Type="http://schemas.openxmlformats.org/officeDocument/2006/relationships/slide" Target="/ppt/slides/slide1.xml" Id="R243c2d5ce3b249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afa66d59f41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d5dd5810754d83" /><Relationship Type="http://schemas.openxmlformats.org/officeDocument/2006/relationships/notesMaster" Target="/ppt/notesMasters/notesMaster1.xml" Id="Rb7ef7768c8c3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5a251eb9a46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f16f81ef4d4e64" /><Relationship Type="http://schemas.openxmlformats.org/officeDocument/2006/relationships/slideLayout" Target="/ppt/slideLayouts/slideLayout1.xml" Id="R9e2437451bdd4e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2437451bdd4e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11454b43542b9" /><Relationship Type="http://schemas.openxmlformats.org/officeDocument/2006/relationships/notesSlide" Target="/ppt/notesSlides/notesSlide1.xml" Id="Rc48e2ec079c64a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1E1C45-93C1-4041-B720-A9AED472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064EA-32CA-4CFF-9E03-7E2AF662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598AC-D187-404C-84D6-42BA858F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B9696-DA7A-472A-8AC8-FB97EBC4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Company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BA8EE-49F9-4752-93BA-D8728CB1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Scale, momentum and the capabilities behind durable growth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D518D-A8B4-4BA1-BCA1-8696367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CA0AB-BBD7-4DFE-AAFC-D10CF4C3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v2.4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A3EFC-9731-40FE-AB71-3D195ECB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2A9AF-A280-407E-9B4D-3C4568CD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D99F3-6624-4B61-9D87-03068A2E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CEFF1-C828-439F-AD1E-CA7788B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901A0-22F1-46BB-95AC-BA11D8A1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3AEFD-4CF7-4CF4-9399-50AA9A82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BC0C4-AF86-4A0B-B2C4-4D7516D2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markets served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211BF-385C-45A0-8D17-9FDF1E00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933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Across six operating regions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1E420-A768-4B31-AC45-EF90E10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3333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E78C7-4572-4FC3-9702-AC1B926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352CE-5A8A-4B59-8B75-DC3D7A8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62175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18M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0ED22-E38F-4388-B584-42AB7E52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384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customers reached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57FE3-098D-4EE9-AC28-9112E64A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14650"/>
            <a:ext cx="2933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+21% year on year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D4F0B-61C6-497B-BB1F-33C08DDC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962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2E7AA-156C-40EB-B620-8A842C31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F9B86-6BC8-4490-995B-C87B2AE1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62175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94%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7D07B-9D51-46A2-9D0A-3532C84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38425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digital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2F7B9-37E3-4F62-89C7-ACCA83F7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14650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Cloud-first operating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34215-4D09-41BC-9C47-6F3F9958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4861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3A978-3B1A-4FD4-B55A-6900A64D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B9FD7-F060-4899-B9BF-0F8476D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39D2F-5B07-4B6A-8A05-6C9375DA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Customer first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F23663-67EE-4FB2-A34C-26F7CF58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Design every decision around measurable customer outcomes.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7BC9F8-EB4F-4395-B938-175C6BCB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34861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AE5E9-C81D-4BE1-A93D-63982BF6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0522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6E4D83-D295-475C-988A-2C756A5E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62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D01180-F6DB-4967-983E-1F170D2C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Built to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FCAAC7-E123-4019-963C-308F756C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Reuse shared platforms and standards across the portfolio.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9E9FD2-91F4-4EC4-9D1B-9AA379A3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76625"/>
            <a:ext cx="36576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E59C7D-A09D-4A28-9B03-204C69FD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05225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E35659-63D1-4440-B9F2-29F508B1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F3B54B-E437-4D96-B48D-BD80CD21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Trusted by default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18F399-6A2B-4885-B6A0-11CF7093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Make quality, security and transparency part of delivery.</a:t>
            </a:r>
          </a:p>
        </p:txBody>
      </p:sp>
    </p:spTree>
    <p:extLst>
      <p:ext uri="{BB962C8B-B14F-4D97-AF65-F5344CB8AC3E}">
        <p14:creationId xmlns:p14="http://schemas.microsoft.com/office/powerpoint/2010/main" val="1050470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2026-07-11T13:13:22.1160000Z</dcterms:created>
  <dcterms:modified xsi:type="dcterms:W3CDTF">2026-07-11T13:13:22.1160000Z</dcterms:modified>
</coreProperties>
</file>
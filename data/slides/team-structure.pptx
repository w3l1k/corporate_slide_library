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9f0c2aadc4fb8" /><Relationship Type="http://schemas.openxmlformats.org/officeDocument/2006/relationships/extended-properties" Target="/docProps/app.xml" Id="R865d37b795ca4209" /><Relationship Type="http://schemas.openxmlformats.org/officeDocument/2006/relationships/officeDocument" Target="/ppt/presentation.xml" Id="Ra1b9621fdcae49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30a8ae18ee473f"/>
  </p:sldMasterIdLst>
  <p:notesMasterIdLst>
    <p:notesMasterId xmlns:r="http://schemas.openxmlformats.org/officeDocument/2006/relationships" r:id="R0a390e5dfab94e2f"/>
  </p:notesMasterIdLst>
  <p:sldIdLst>
    <p:sldId xmlns:r="http://schemas.openxmlformats.org/officeDocument/2006/relationships" id="256" r:id="R37e3be7e50de4a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70751b427b4f1c" /><Relationship Type="http://schemas.openxmlformats.org/officeDocument/2006/relationships/slideMaster" Target="/ppt/slideMasters/slideMaster1.xml" Id="Rec30a8ae18ee473f" /><Relationship Type="http://schemas.openxmlformats.org/officeDocument/2006/relationships/notesMaster" Target="/ppt/notesMasters/notesMaster1.xml" Id="R0a390e5dfab94e2f" /><Relationship Type="http://schemas.openxmlformats.org/officeDocument/2006/relationships/presProps" Target="/ppt/presProps.xml" Id="Rf1124104b2eb4289" /><Relationship Type="http://schemas.openxmlformats.org/officeDocument/2006/relationships/tableStyles" Target="/ppt/tableStyles.xml" Id="Re0277f06925a4f20" /><Relationship Type="http://schemas.openxmlformats.org/officeDocument/2006/relationships/slide" Target="/ppt/slides/slide1.xml" Id="R37e3be7e50de4a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2b855aee8243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ca68715612482d" /><Relationship Type="http://schemas.openxmlformats.org/officeDocument/2006/relationships/notesMaster" Target="/ppt/notesMasters/notesMaster1.xml" Id="Rdc22d2f06b8a44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30047591a48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b0cee930d14eb7" /><Relationship Type="http://schemas.openxmlformats.org/officeDocument/2006/relationships/slideLayout" Target="/ppt/slideLayouts/slideLayout1.xml" Id="R51fdff8c60a841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fdff8c60a841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1da9ac07c407a" /><Relationship Type="http://schemas.openxmlformats.org/officeDocument/2006/relationships/notesSlide" Target="/ppt/notesSlides/notesSlide1.xml" Id="R1e1e8d536fb644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666128-1F12-472A-9D38-10781B57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2205E-5311-4381-8A52-8668D9DD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EA31F-373B-4911-BB28-24C7E18F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5F2FA-398C-4FDE-9963-6F18BE8F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Team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11F7F-1167-4583-B10D-751BD009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A cross-functional operating model built around customer outcomes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48090-37DC-4910-B9B9-01C0C76D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A58A0-DB84-412D-B923-C43C2579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APPROVED  •  v1.4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EDF9A-D8B2-4904-B9F7-1F4C0F3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EE35A-B4BE-41CB-8B49-91D2693F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218AA-2A4B-42DB-A322-D01C9258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7B429-1F4B-4844-9280-0B33906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D0AE5-5981-4549-B24F-98BC6066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3048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48554-8956-4126-B7A9-DD7826AD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098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sponsor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5AA00-4E00-4A43-AEE0-BD043668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8CCE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8CCE0"/>
                </a:solidFill>
                <a:latin typeface="Aptos"/>
                <a:ea typeface="Aptos"/>
                <a:cs typeface="Aptos"/>
              </a:rPr>
              <a:t>Sets outcomes &amp; removes barriers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2270E-04DF-4C04-B3B1-DF9E3562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8132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D97FB-6D10-40A5-A87D-86ED76EC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57575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3DB95-1656-46B7-A871-DCFC010A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766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FF08C-C1ED-4750-B3F2-4B471A3F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190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E83C3-1CA7-45F0-B221-9FA0F2D1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C8F08-EF55-4ABE-8940-8CE936ED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Product lead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5D691-E4B8-4EA5-A26B-0986840D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Customer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8B34E-EB5C-4A51-8BE7-14645C93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4766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684BA-37C2-4117-BBF2-806639F0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57625"/>
            <a:ext cx="3190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6482C-1A49-4724-91D9-136E9FCA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576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4E7A7-5FC2-48F0-9CE5-5E2F1C89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0957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Commercial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2DE98F-9AA0-4E5B-97DA-D2186BF8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1960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Growth &amp; adoption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6C54B-51BD-4F4E-8E85-ACE2CDA7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766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89B9D8-7363-4647-AADE-8617D0E5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3190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C6ECC7-FA58-46FE-A1F4-195C761E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B335C0-F9F2-4828-97DE-8A76DE58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Operations lead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9425F1-5323-4786-A961-97287E65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1960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Scale &amp; quality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F195D5-45FC-4546-8CCB-06AFCB80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38750"/>
            <a:ext cx="2914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D4AF7-B72F-465C-A4C9-AAFEC875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95900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ONE SHARED BACKLOG</a:t>
            </a:r>
          </a:p>
        </p:txBody>
      </p:sp>
    </p:spTree>
    <p:extLst>
      <p:ext uri="{BB962C8B-B14F-4D97-AF65-F5344CB8AC3E}">
        <p14:creationId xmlns:p14="http://schemas.microsoft.com/office/powerpoint/2010/main" val="1743488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2026-07-11T13:13:24.2140000Z</dcterms:created>
  <dcterms:modified xsi:type="dcterms:W3CDTF">2026-07-11T13:13:24.2140000Z</dcterms:modified>
</coreProperties>
</file>
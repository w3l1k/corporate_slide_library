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6bfe864fdb41b2" /><Relationship Type="http://schemas.openxmlformats.org/officeDocument/2006/relationships/extended-properties" Target="/docProps/app.xml" Id="Rea89df8b56ca4847" /><Relationship Type="http://schemas.openxmlformats.org/officeDocument/2006/relationships/officeDocument" Target="/ppt/presentation.xml" Id="R80102463380945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02ec784efd43e0"/>
  </p:sldMasterIdLst>
  <p:notesMasterIdLst>
    <p:notesMasterId xmlns:r="http://schemas.openxmlformats.org/officeDocument/2006/relationships" r:id="R179513e8480a4071"/>
  </p:notesMasterIdLst>
  <p:sldIdLst>
    <p:sldId xmlns:r="http://schemas.openxmlformats.org/officeDocument/2006/relationships" id="256" r:id="R98ef7865c6f149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a4af19c2de42e0" /><Relationship Type="http://schemas.openxmlformats.org/officeDocument/2006/relationships/slideMaster" Target="/ppt/slideMasters/slideMaster1.xml" Id="Ra302ec784efd43e0" /><Relationship Type="http://schemas.openxmlformats.org/officeDocument/2006/relationships/notesMaster" Target="/ppt/notesMasters/notesMaster1.xml" Id="R179513e8480a4071" /><Relationship Type="http://schemas.openxmlformats.org/officeDocument/2006/relationships/presProps" Target="/ppt/presProps.xml" Id="Rb13d3861beec4f9e" /><Relationship Type="http://schemas.openxmlformats.org/officeDocument/2006/relationships/tableStyles" Target="/ppt/tableStyles.xml" Id="Rcdac014582334306" /><Relationship Type="http://schemas.openxmlformats.org/officeDocument/2006/relationships/slide" Target="/ppt/slides/slide1.xml" Id="R98ef7865c6f149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bee7d44b604f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fac3a759064319" /><Relationship Type="http://schemas.openxmlformats.org/officeDocument/2006/relationships/notesMaster" Target="/ppt/notesMasters/notesMaster1.xml" Id="Rba02b1300e7047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8dbabafbc4e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2a71abc2a34bd7" /><Relationship Type="http://schemas.openxmlformats.org/officeDocument/2006/relationships/slideLayout" Target="/ppt/slideLayouts/slideLayout1.xml" Id="Rbde19721ebe645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e19721ebe645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ff9fe2dca4070" /><Relationship Type="http://schemas.openxmlformats.org/officeDocument/2006/relationships/chart" Target="/ppt/slides/charts/chart1.xml" Id="R75977729c23c4130" /><Relationship Type="http://schemas.openxmlformats.org/officeDocument/2006/relationships/notesSlide" Target="/ppt/notesSlides/notesSlide1.xml" Id="Reeca7b6201d7476f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rgbClr val="2F6FE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82</c:v>
              </c:pt>
              <c:pt idx="1">
                <c:v>91</c:v>
              </c:pt>
              <c:pt idx="2">
                <c:v>105</c:v>
              </c:pt>
              <c:pt idx="3">
                <c:v>121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ACA8C6-B005-463A-BC26-B112A40B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3C34C-87B8-4A30-A1AC-5C9FC5DF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6F77F-A045-4FF9-A8E2-0E8A42B8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NORTHSTAR  /  CORPORATE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4C906-6C33-4975-BB53-B69C3F13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Revenue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11EF6-B1C5-4E7A-9184-EDA0AFBF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Quarterly trajectory and the drivers of year-on-year expansion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74875-C650-4949-BDA8-E85C14B1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08437-3BBE-4E5E-8419-923A3965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6E"/>
                </a:solidFill>
                <a:latin typeface="Aptos"/>
                <a:ea typeface="Aptos"/>
                <a:cs typeface="Aptos"/>
              </a:rPr>
              <a:t>APPROVED  •  v3.1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BDDA6-111C-4FAA-87F8-687E1FA0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C9162-1F8A-4AE4-8BD6-790FF9DE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ILLUSTRATIVE DEMO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5F77E-C776-478E-A4DD-8E74AB07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81775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Updated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0C3E4-12AA-4619-A91E-822A0533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858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B0997-FC70-4AF8-9164-F435A156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Quarterly revenue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7C99D-CDA1-4340-8652-F1CB1B68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USD millions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914400" y="2809875"/>
          <a:ext xmlns:a="http://schemas.openxmlformats.org/drawingml/2006/main" cx="619125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977729c23c4130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1FDD3-0AF1-4130-8C0D-0B5E33B9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0980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09C7D-0414-481B-AA4E-82EEB505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2669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6E"/>
                </a:solidFill>
                <a:latin typeface="Aptos"/>
                <a:ea typeface="Aptos"/>
                <a:cs typeface="Aptos"/>
              </a:rPr>
              <a:t>+18% YoY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3841D-59C0-44EB-B59E-14E7B52A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38290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3EEB0-B19F-41A9-89BD-997330F5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AFBA5-CA42-464C-96CA-E73A0249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621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48%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1729F-94FB-4E02-97CB-DA3666ED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384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Recurring revenue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7E212-6EB3-4907-B606-9DCE7BDF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342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More predictable 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F2E3C-9C9A-4B5F-949F-8CD274AA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86125"/>
            <a:ext cx="38290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465A7-3821-493C-AAC9-8E86B2CE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861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A9463-71B9-4BB7-9FA6-39DF4DD5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956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+7 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664CA-0F07-4CC5-9DE6-FB9AC14E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Enterprise mix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17C05C-A2DC-43E8-A26C-8C6CE9BA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48150"/>
            <a:ext cx="342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Higher-value contracts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806E06-276E-47F3-86F0-43E2D53A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19625"/>
            <a:ext cx="38290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D05095-5AF8-47A7-8574-0CD83CDD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19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AD581-B7FE-4858-B30D-3025064F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291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3.2×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B93B09-9DCD-493E-94ED-2F1D6530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054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Pipeline coverage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1D7AA0-6F34-444D-A647-9EED3743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81650"/>
            <a:ext cx="342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Supports next quarter</a:t>
            </a:r>
          </a:p>
        </p:txBody>
      </p:sp>
    </p:spTree>
    <p:extLst>
      <p:ext uri="{BB962C8B-B14F-4D97-AF65-F5344CB8AC3E}">
        <p14:creationId xmlns:p14="http://schemas.microsoft.com/office/powerpoint/2010/main" val="1847957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2026-07-11T13:13:22.6980000Z</dcterms:created>
  <dcterms:modified xsi:type="dcterms:W3CDTF">2026-07-11T13:13:22.6980000Z</dcterms:modified>
</coreProperties>
</file>
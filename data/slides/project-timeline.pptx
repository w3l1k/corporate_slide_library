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43ecfa93c4b54" /><Relationship Type="http://schemas.openxmlformats.org/officeDocument/2006/relationships/extended-properties" Target="/docProps/app.xml" Id="Rca2ecd60936b44cc" /><Relationship Type="http://schemas.openxmlformats.org/officeDocument/2006/relationships/officeDocument" Target="/ppt/presentation.xml" Id="R911164e5b966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54fbbfe3404bdf"/>
  </p:sldMasterIdLst>
  <p:notesMasterIdLst>
    <p:notesMasterId xmlns:r="http://schemas.openxmlformats.org/officeDocument/2006/relationships" r:id="R09d6ad746b5c4e03"/>
  </p:notesMasterIdLst>
  <p:sldIdLst>
    <p:sldId xmlns:r="http://schemas.openxmlformats.org/officeDocument/2006/relationships" id="256" r:id="R2ee3bf99453944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cd5776fe54b67" /><Relationship Type="http://schemas.openxmlformats.org/officeDocument/2006/relationships/slideMaster" Target="/ppt/slideMasters/slideMaster1.xml" Id="Rd254fbbfe3404bdf" /><Relationship Type="http://schemas.openxmlformats.org/officeDocument/2006/relationships/notesMaster" Target="/ppt/notesMasters/notesMaster1.xml" Id="R09d6ad746b5c4e03" /><Relationship Type="http://schemas.openxmlformats.org/officeDocument/2006/relationships/presProps" Target="/ppt/presProps.xml" Id="R4350c5d1d1774d12" /><Relationship Type="http://schemas.openxmlformats.org/officeDocument/2006/relationships/tableStyles" Target="/ppt/tableStyles.xml" Id="R673c289d9ff34859" /><Relationship Type="http://schemas.openxmlformats.org/officeDocument/2006/relationships/slide" Target="/ppt/slides/slide1.xml" Id="R2ee3bf994539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5754e36f1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49d8e27b24241" /><Relationship Type="http://schemas.openxmlformats.org/officeDocument/2006/relationships/notesMaster" Target="/ppt/notesMasters/notesMaster1.xml" Id="R707aa6792425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cee665db6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8e43f6b0804972" /><Relationship Type="http://schemas.openxmlformats.org/officeDocument/2006/relationships/slideLayout" Target="/ppt/slideLayouts/slideLayout1.xml" Id="R4d14339ca1bf49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4339ca1bf49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ff59613cd48e0" /><Relationship Type="http://schemas.openxmlformats.org/officeDocument/2006/relationships/notesSlide" Target="/ppt/notesSlides/notesSlide1.xml" Id="R20fc07d99359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BA94A-2CE0-4B24-A62E-47BA205B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D5FAD-EAA5-43F2-ABA1-A787CF7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DA615-2C1D-49BB-B3A6-F2B12D7A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68DE8-BCD8-4EF6-BF34-9FA74B3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Project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6A633-8A45-47FC-9C03-4700088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Draft delivery sequence with decision gates and accountable workstreams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88E3-F1D3-425C-BDB3-A1583C5C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F7599-057C-4D00-8DA4-E19686C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DRAFT  •  v0.9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CFA43-3B5A-44C0-A364-636CED33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F645D-D38D-4BAF-93AF-0B1E19E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A198F-8142-45AE-96B6-8D886447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71B53-EB25-453D-A407-39511EB2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4349D-30E0-48CE-BD09-ED9F4634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CA5C1-F8C7-44B8-9BD6-E84BB90D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AC7FD-76CC-4054-9253-7B1CBA9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3BD64-DB33-41B1-8AB0-557049A4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9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OCT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4A8AB-230E-40CB-8284-EE7439D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D3B99-486E-494A-A52C-80041047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09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DEC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3962B-1CFC-449D-9957-2E35039C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3F271-B0F5-4D61-B048-68E1F155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814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25632-560D-4D1C-A797-2D8487A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2514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E650B-E7DC-42D2-A93E-EE7D8E5A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months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405BD-E661-4251-A569-03EEF3A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71929-60F4-4150-8DC6-CF12610D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814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C5225-3EC4-45C8-83C5-F676774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29000"/>
            <a:ext cx="2514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0150A-9F6F-497B-B44F-3B4C028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90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months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ACB91-B824-4F40-AAA7-532B986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DA38A-E1F5-4DE5-87F8-6836D6C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33875"/>
            <a:ext cx="814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F12BD-5EAD-4105-A276-AD24F611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3771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0E120-3B2B-4EF5-AE84-8FA40023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months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C3D31-3013-4786-8CA6-8951E492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47D75-A2E1-4A7A-AC23-29AB6D37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81575"/>
            <a:ext cx="814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F59EE-9480-44AE-9882-FF73B565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1257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A8A8D-91CA-4BED-AAC9-EB66143B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86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month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B176CF-0536-4058-ADC4-A975BD6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BB3E6C-3677-44B9-9B8C-0631ECBD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754014-9BBA-4361-947C-3CE893A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3911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GO / NO-GO</a:t>
            </a:r>
          </a:p>
        </p:txBody>
      </p:sp>
    </p:spTree>
    <p:extLst>
      <p:ext uri="{BB962C8B-B14F-4D97-AF65-F5344CB8AC3E}">
        <p14:creationId xmlns:p14="http://schemas.microsoft.com/office/powerpoint/2010/main" val="1145241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2026-07-11T13:13:24.0900000Z</dcterms:created>
  <dcterms:modified xsi:type="dcterms:W3CDTF">2026-07-11T13:13:24.0900000Z</dcterms:modified>
</coreProperties>
</file>
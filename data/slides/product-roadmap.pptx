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c05036e5a4917" /><Relationship Type="http://schemas.openxmlformats.org/officeDocument/2006/relationships/extended-properties" Target="/docProps/app.xml" Id="R2e6de54152764b95" /><Relationship Type="http://schemas.openxmlformats.org/officeDocument/2006/relationships/officeDocument" Target="/ppt/presentation.xml" Id="R1d0c0dabe04d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8d3239d9e4ef6"/>
  </p:sldMasterIdLst>
  <p:notesMasterIdLst>
    <p:notesMasterId xmlns:r="http://schemas.openxmlformats.org/officeDocument/2006/relationships" r:id="Rdcce51caf0294963"/>
  </p:notesMasterIdLst>
  <p:sldIdLst>
    <p:sldId xmlns:r="http://schemas.openxmlformats.org/officeDocument/2006/relationships" id="256" r:id="R331da276c03940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9d929413a414d" /><Relationship Type="http://schemas.openxmlformats.org/officeDocument/2006/relationships/slideMaster" Target="/ppt/slideMasters/slideMaster1.xml" Id="Rb798d3239d9e4ef6" /><Relationship Type="http://schemas.openxmlformats.org/officeDocument/2006/relationships/notesMaster" Target="/ppt/notesMasters/notesMaster1.xml" Id="Rdcce51caf0294963" /><Relationship Type="http://schemas.openxmlformats.org/officeDocument/2006/relationships/presProps" Target="/ppt/presProps.xml" Id="R3bb1f34e85b34cee" /><Relationship Type="http://schemas.openxmlformats.org/officeDocument/2006/relationships/tableStyles" Target="/ppt/tableStyles.xml" Id="R292afd4f02234b05" /><Relationship Type="http://schemas.openxmlformats.org/officeDocument/2006/relationships/slide" Target="/ppt/slides/slide1.xml" Id="R331da276c03940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728657882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7364549d1489b" /><Relationship Type="http://schemas.openxmlformats.org/officeDocument/2006/relationships/notesMaster" Target="/ppt/notesMasters/notesMaster1.xml" Id="R4db9cbb69bc4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4397f58944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25fd16b154f3c" /><Relationship Type="http://schemas.openxmlformats.org/officeDocument/2006/relationships/slideLayout" Target="/ppt/slideLayouts/slideLayout1.xml" Id="R6450a59dcf47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0a59dcf47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c3830aa254a52" /><Relationship Type="http://schemas.openxmlformats.org/officeDocument/2006/relationships/notesSlide" Target="/ppt/notesSlides/notesSlide1.xml" Id="Rf8fc6b81ed13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A5922-3E5E-4500-9505-87862E5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F6B15-5B0F-41BA-B159-49FEA53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86D2D-6775-4E4D-9F7C-A1C1400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D2056-23AF-4EDB-B6AC-E8EE315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Product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83D2-1875-45D0-8612-8A4E2086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Four quarters of customer outcomes, platform strength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FE42B-8164-4F89-A056-A9350D4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D6B4B-D0E7-439D-805C-02ADB24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v4.2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AABA3-2CE8-479A-B42B-815B833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5F6E3-132B-40DB-9163-920E1942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24C4-59DF-41F5-B162-3DFFECE0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9A198-82D0-4F4D-BDF9-2765ABB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38F1B-C36B-47F6-BB32-E33A27F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Q3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9AEA2-CD25-496C-BD02-06F9C20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Q4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1AB2C-4AE6-462B-8280-999E739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764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57BFE-0314-4D8F-AB51-322C6B2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Q1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B1113-D4B6-4BBD-8B3B-A07FADBB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60103-806E-4693-A198-34C968CC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Q2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D968-26A8-4667-B20E-101D2B5A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764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3029B-59A6-4591-9306-E1EDF3C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DFABD-2DFC-4FDB-84ED-AAB12FF7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1CF20-4BBD-4C93-81C2-024E48D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19907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37668-1558-4A8C-A8BE-FB6189A4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Guided setup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21029-AC0A-46AE-AAE5-1716FDF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981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A4200-6E43-42D7-8DB6-E93730F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assistant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A4F5B-31BE-4992-BDD6-BEA6113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7ADF5-D620-44B8-93B5-62FA4B1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95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7A241-7567-48EA-805A-27BE9FF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3981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A36CA-7B2A-4491-AF8C-8531204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1477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Unified data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9B5EB-5DD2-4464-B763-67CB642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95700"/>
            <a:ext cx="19907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010A0E-3249-41A4-B05A-3C730BB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147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Partner APIs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49C69-8E63-432E-8578-F6CB053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01F03-659C-44BF-8E30-6752005C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339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CDBA9-EEF6-4A82-8DBE-49D2B50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0100"/>
            <a:ext cx="3981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3CB6D-954C-4BB2-86ED-DAE0C70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82917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Regional rollout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28ACA7-138C-4043-B73B-9C5968B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0100"/>
            <a:ext cx="19907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9835EA-DCD8-4FCB-989A-BE1D978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29175"/>
            <a:ext cx="1704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Enterprise controls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A050A-1799-4E8D-9009-899FF91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05425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D44DD-D812-4F20-8196-9A2CF6BB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625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</p:spTree>
    <p:extLst>
      <p:ext uri="{BB962C8B-B14F-4D97-AF65-F5344CB8AC3E}">
        <p14:creationId xmlns:p14="http://schemas.microsoft.com/office/powerpoint/2010/main" val="1573010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2026-07-11T13:13:23.4110000Z</dcterms:created>
  <dcterms:modified xsi:type="dcterms:W3CDTF">2026-07-11T13:13:23.4110000Z</dcterms:modified>
</coreProperties>
</file>
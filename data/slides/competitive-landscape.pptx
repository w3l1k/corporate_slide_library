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35d22458374922" /><Relationship Type="http://schemas.openxmlformats.org/officeDocument/2006/relationships/extended-properties" Target="/docProps/app.xml" Id="R7e1a0c14941c4de3" /><Relationship Type="http://schemas.openxmlformats.org/officeDocument/2006/relationships/officeDocument" Target="/ppt/presentation.xml" Id="Rb77d2af8ac9a4c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30c93f71a8481d"/>
  </p:sldMasterIdLst>
  <p:notesMasterIdLst>
    <p:notesMasterId xmlns:r="http://schemas.openxmlformats.org/officeDocument/2006/relationships" r:id="R1f3520d9efff4636"/>
  </p:notesMasterIdLst>
  <p:sldIdLst>
    <p:sldId xmlns:r="http://schemas.openxmlformats.org/officeDocument/2006/relationships" id="256" r:id="Rf6fd77600bca47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ae04328f8b4d87" /><Relationship Type="http://schemas.openxmlformats.org/officeDocument/2006/relationships/slideMaster" Target="/ppt/slideMasters/slideMaster1.xml" Id="R3d30c93f71a8481d" /><Relationship Type="http://schemas.openxmlformats.org/officeDocument/2006/relationships/notesMaster" Target="/ppt/notesMasters/notesMaster1.xml" Id="R1f3520d9efff4636" /><Relationship Type="http://schemas.openxmlformats.org/officeDocument/2006/relationships/presProps" Target="/ppt/presProps.xml" Id="Rb09cc79573434774" /><Relationship Type="http://schemas.openxmlformats.org/officeDocument/2006/relationships/tableStyles" Target="/ppt/tableStyles.xml" Id="R90257f20b52e45f6" /><Relationship Type="http://schemas.openxmlformats.org/officeDocument/2006/relationships/slide" Target="/ppt/slides/slide1.xml" Id="Rf6fd77600bca47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fbe0d41db341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bdfe88adf941e8" /><Relationship Type="http://schemas.openxmlformats.org/officeDocument/2006/relationships/notesMaster" Target="/ppt/notesMasters/notesMaster1.xml" Id="Rd69368e4bfcf4b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85f5b169f47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9305717e82448c" /><Relationship Type="http://schemas.openxmlformats.org/officeDocument/2006/relationships/slideLayout" Target="/ppt/slideLayouts/slideLayout1.xml" Id="R5721b4dea637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1b4dea637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141f3755f44cf" /><Relationship Type="http://schemas.openxmlformats.org/officeDocument/2006/relationships/notesSlide" Target="/ppt/notesSlides/notesSlide1.xml" Id="R7f127e4b75ff42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40115F-AEF8-4B14-A486-5CDFC3E1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13AAE-F076-4848-ACDA-DA3AB3CD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FA4E1-C2A3-4220-9793-7C9B602E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0C4F5-7CB1-4AAD-885A-EF8B003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Competitive Landscape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57B6F-3ADB-471E-97EB-388B54D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Differentiated position at the intersection of value and breadth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7CE24-87BB-4F55-AD4B-3142CE7A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09312-5BF8-4AB1-ACCD-846B7CA4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1B538-BFC9-4FFF-9256-D04B7013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C3E93-3BDF-4B4E-8284-DF22F84C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782C7-03B0-4A31-B57D-53F30541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DE420-AA8D-4E52-A9B1-74EF1924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5247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4969A-ECDE-4D17-A939-FE5B680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19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42F26-A39E-4077-9314-9C399815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6732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9B21B-E7B3-4DAD-9282-6ACE952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D066A-6327-4FCD-9A89-E559BA63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243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A0C7D-701F-4B3E-8D40-960BB6A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HIGH CUSTOMER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D7C40-6EA2-4E07-9FB3-9493776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59355-DD3C-413A-8000-088AC899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NICHE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71DDA-84A6-42F4-8A07-57BD87C4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102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BROAD SOLUTION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8BE56-8D9B-476A-A60C-D4C4278C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08CAF-5086-4585-89EA-DBB61209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00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D2443-9D30-4C48-B63F-AB1EB8E9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F9106-52E1-424E-AFA3-7A40802C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57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19FDA-6EB7-4837-8A2C-FDF0944E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33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194F8-06ED-4DE1-B07E-B00CF0F2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457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96D9E1-A33B-45AD-96D7-B2E75772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CF95F-EBE8-4ECE-A456-088E2A40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908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38E61-F17F-4013-B56C-B67F614D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143250" cy="4000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7CE3F3-51DD-4101-93A2-666A007A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Our advantage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148543-2456-4BB5-87DE-70D4101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384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0F9B4-46F5-441A-B0C2-6834A40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99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94E1B5-2C6E-4D5A-834A-2CDCF7CD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384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Unified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50FD6-0481-412E-BAAC-8B624478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3372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One platform across priority workflows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F9299F-7E26-486C-B0E2-13E4B4D8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147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090379-6935-4D4F-8037-CF83E03B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862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B7B9D8-6B57-4673-B79B-B6B9ACAC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Fast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429E40-9EA5-4CCF-A959-376BFB85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002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Weeks to value, not quarters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C414D8-DC65-411B-8CE3-95F8EC60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91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51B4A6-29B2-408B-AD1C-B7F0F6E3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625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3782CC-544C-4EB9-B171-B4516C6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91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Trusted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44B5A3-8C63-40B0-ABD4-F5CC111E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8632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Enterprise controls by design</a:t>
            </a:r>
          </a:p>
        </p:txBody>
      </p:sp>
    </p:spTree>
    <p:extLst>
      <p:ext uri="{BB962C8B-B14F-4D97-AF65-F5344CB8AC3E}">
        <p14:creationId xmlns:p14="http://schemas.microsoft.com/office/powerpoint/2010/main" val="1697025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2026-07-11T13:13:23.2120000Z</dcterms:created>
  <dcterms:modified xsi:type="dcterms:W3CDTF">2026-07-11T13:13:23.2120000Z</dcterms:modified>
</coreProperties>
</file>
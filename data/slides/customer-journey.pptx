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f41bf1337e4944" /><Relationship Type="http://schemas.openxmlformats.org/officeDocument/2006/relationships/extended-properties" Target="/docProps/app.xml" Id="Rb256b443356344e2" /><Relationship Type="http://schemas.openxmlformats.org/officeDocument/2006/relationships/officeDocument" Target="/ppt/presentation.xml" Id="R9aaa0b09f84842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6ea3771504f66"/>
  </p:sldMasterIdLst>
  <p:notesMasterIdLst>
    <p:notesMasterId xmlns:r="http://schemas.openxmlformats.org/officeDocument/2006/relationships" r:id="Rae6bd43142104a34"/>
  </p:notesMasterIdLst>
  <p:sldIdLst>
    <p:sldId xmlns:r="http://schemas.openxmlformats.org/officeDocument/2006/relationships" id="256" r:id="Re55581d9da3540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3fc85add64c31" /><Relationship Type="http://schemas.openxmlformats.org/officeDocument/2006/relationships/slideMaster" Target="/ppt/slideMasters/slideMaster1.xml" Id="R1146ea3771504f66" /><Relationship Type="http://schemas.openxmlformats.org/officeDocument/2006/relationships/notesMaster" Target="/ppt/notesMasters/notesMaster1.xml" Id="Rae6bd43142104a34" /><Relationship Type="http://schemas.openxmlformats.org/officeDocument/2006/relationships/presProps" Target="/ppt/presProps.xml" Id="R69eca025bb994f93" /><Relationship Type="http://schemas.openxmlformats.org/officeDocument/2006/relationships/tableStyles" Target="/ppt/tableStyles.xml" Id="R3fdeeaff691740ab" /><Relationship Type="http://schemas.openxmlformats.org/officeDocument/2006/relationships/slide" Target="/ppt/slides/slide1.xml" Id="Re55581d9da3540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9472a61c2c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6f25353a054699" /><Relationship Type="http://schemas.openxmlformats.org/officeDocument/2006/relationships/notesMaster" Target="/ppt/notesMasters/notesMaster1.xml" Id="Rc9909c5736c341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66f3316f0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6961b907e464a" /><Relationship Type="http://schemas.openxmlformats.org/officeDocument/2006/relationships/slideLayout" Target="/ppt/slideLayouts/slideLayout1.xml" Id="R4a724233a398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24233a398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d46e0d2034f98" /><Relationship Type="http://schemas.openxmlformats.org/officeDocument/2006/relationships/notesSlide" Target="/ppt/notesSlides/notesSlide1.xml" Id="Re8bb9f5794c146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0964D-34EB-4F5F-BB44-49E6F7E5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153EA-B363-4D17-870E-291D92E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7E4D6-04BB-4896-8EF6-9CD81711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322BB-09B4-4CB4-85C5-915CE249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Customer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33DDF-5AAE-4D03-A44C-579C4ECF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Five moments that turn awareness into long-term advocacy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F55FC-6904-4F65-A948-484D2104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95E2C-A76C-4E80-8660-EA026EE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v1.6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5B763-DB88-4492-9700-6558EAFC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4E9FA-F6F7-4CA6-B3CA-F5A0FEE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69E99-574A-4618-AD71-EC8C2A4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80636-DEAF-48B7-93D6-13291ACB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981200" cy="3429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530D2-E3C2-4BE9-AF91-15A38A00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FEEE0-B19C-40FF-B607-E241CED3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729C6-020A-4451-91A7-CE260C3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27FBF-34CA-46D0-A4A8-1C6624EC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CUSTOMER NEED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17507-3218-4006-9A39-CAB3FF8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Relevant 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34ADE-7FD5-401E-B247-1B94CB6C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OUR 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FCB0E-D015-4774-B147-81696C6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Targeted reach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843D5-E87D-4A77-9EF7-10F6DDE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22BD4-B122-441A-8FE6-BBD19F1D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6671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B2F89-AC63-4B03-A468-0D9ED96C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1981200" cy="3429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D44BA-6A13-42A5-8E74-EF3716E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5267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F2F75-90E0-4237-A4C3-DEFE4D4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723BF-34A1-48AE-A4F8-4AD266F7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05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75419-27B0-4A0B-A343-CBF112A0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43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CUSTOMER NEED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75B30-E91F-4E8F-87C9-9B7C9672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004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Clear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5F7E7-BB82-40C3-AB41-32E6C315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434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OUR FOCUS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F3263-2FA9-473A-A0FA-705E8C78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006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Expert guidance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7FE974-7E30-4E80-835B-F1C2320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5DEF7-411E-4161-9EB3-F4E9DB6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671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CD019-E35B-4FE7-9C31-DE620CFB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43125"/>
            <a:ext cx="1981200" cy="3429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C61F4A-A4DC-48C7-BB1E-A7B1E47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5267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CA97F-A178-41F9-95AF-2583CA8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0FBE8-166C-4E3C-A554-EFD4FE5C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05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B920DB-3F66-4F6B-A612-3656B85C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C7D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FC7DD"/>
                </a:solidFill>
                <a:latin typeface="Aptos"/>
                <a:ea typeface="Aptos"/>
                <a:cs typeface="Aptos"/>
              </a:rPr>
              <a:t>CUSTOMER NEED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75E5D-6B23-4E67-B762-A0A82DB1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004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Simple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2C4CBD-75D0-44CE-A9AC-B891F43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434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C7D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FC7DD"/>
                </a:solidFill>
                <a:latin typeface="Aptos"/>
                <a:ea typeface="Aptos"/>
                <a:cs typeface="Aptos"/>
              </a:rPr>
              <a:t>OUR FOCUS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63C779-9F4B-4039-9224-5666155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006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 approval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3D9A2-7820-4807-A41A-3F4BEAF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DF97F-F8C0-4189-990A-99DA7F8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671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57D176-A503-4FAF-A8CF-62BA172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43125"/>
            <a:ext cx="1981200" cy="3429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3DAF76-B8B2-4C79-9F8A-5B09366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5267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732FFE-4EE2-40CB-BEE1-7485DE8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B095A8-9549-4DE7-AF2B-6C2D518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05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Adopt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2F2431-63AA-48DB-BE6B-2B86046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CUSTOMER NEED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3B84F0-A144-4FCA-B4A2-CBB5F434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004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Early value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0D0B70-5ADE-4262-89DC-E58BDB5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434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OUR FOCUS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761C72-A8C7-426D-8169-1D5240B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006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Guided success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769172-F660-4BAB-9A4C-621A19B2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67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39537A-2F4D-4B6B-8E6D-F9423ABF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671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45C1BB-5EEC-4DC2-BF9E-B043C86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43125"/>
            <a:ext cx="1981200" cy="3429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620637-E9F4-4118-B9AF-17783FD1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5267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1CD729-C896-4D20-9A50-E5AFFEC4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497818-BE27-4F02-BF50-1D925E39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05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Advocate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BFD78F-015B-461F-B16C-352AB843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43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CUSTOMER NEED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6204CE-2FD6-4A56-B84F-143E86AB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004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Visible impact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F6C4DC-3938-4CBC-9312-1B213BD1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434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OUR FOCUS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F8A115-04D9-41C6-B6CF-E1715670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006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Community loop</a:t>
            </a:r>
          </a:p>
        </p:txBody>
      </p:sp>
    </p:spTree>
    <p:extLst>
      <p:ext uri="{BB962C8B-B14F-4D97-AF65-F5344CB8AC3E}">
        <p14:creationId xmlns:p14="http://schemas.microsoft.com/office/powerpoint/2010/main" val="688587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2026-07-11T13:13:23.5810000Z</dcterms:created>
  <dcterms:modified xsi:type="dcterms:W3CDTF">2026-07-11T13:13:23.5810000Z</dcterms:modified>
</coreProperties>
</file>
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74064ee2324f91" /><Relationship Type="http://schemas.openxmlformats.org/officeDocument/2006/relationships/extended-properties" Target="/docProps/app.xml" Id="R4da00eb913de4c5f" /><Relationship Type="http://schemas.openxmlformats.org/officeDocument/2006/relationships/officeDocument" Target="/ppt/presentation.xml" Id="R8e927560ed724f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c811eebf3b46db"/>
  </p:sldMasterIdLst>
  <p:notesMasterIdLst>
    <p:notesMasterId xmlns:r="http://schemas.openxmlformats.org/officeDocument/2006/relationships" r:id="Re4f47290a7be40f3"/>
  </p:notesMasterIdLst>
  <p:sldIdLst>
    <p:sldId xmlns:r="http://schemas.openxmlformats.org/officeDocument/2006/relationships" id="256" r:id="R36a3407f59db437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05f135db1140a9" /><Relationship Type="http://schemas.openxmlformats.org/officeDocument/2006/relationships/slideMaster" Target="/ppt/slideMasters/slideMaster1.xml" Id="Rbcc811eebf3b46db" /><Relationship Type="http://schemas.openxmlformats.org/officeDocument/2006/relationships/notesMaster" Target="/ppt/notesMasters/notesMaster1.xml" Id="Re4f47290a7be40f3" /><Relationship Type="http://schemas.openxmlformats.org/officeDocument/2006/relationships/presProps" Target="/ppt/presProps.xml" Id="R83ee498319744fbe" /><Relationship Type="http://schemas.openxmlformats.org/officeDocument/2006/relationships/tableStyles" Target="/ppt/tableStyles.xml" Id="R56533184a6ad4dc4" /><Relationship Type="http://schemas.openxmlformats.org/officeDocument/2006/relationships/slide" Target="/ppt/slides/slide1.xml" Id="R36a3407f59db43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34fdf260f64e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2b1bd94bdf445e" /><Relationship Type="http://schemas.openxmlformats.org/officeDocument/2006/relationships/notesMaster" Target="/ppt/notesMasters/notesMaster1.xml" Id="Re5767e41d5304c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fcb4e9b7c746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77a852e3f44165" /><Relationship Type="http://schemas.openxmlformats.org/officeDocument/2006/relationships/slideLayout" Target="/ppt/slideLayouts/slideLayout1.xml" Id="R690deee335894a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0deee335894a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a8391580548aa" /><Relationship Type="http://schemas.openxmlformats.org/officeDocument/2006/relationships/chart" Target="/ppt/slides/charts/chart1.xml" Id="R5c48716d36114d9d" /><Relationship Type="http://schemas.openxmlformats.org/officeDocument/2006/relationships/notesSlide" Target="/ppt/notesSlides/notesSlide1.xml" Id="R1c99f9617fdb4263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Index</c:v>
          </c:tx>
          <c:spPr>
            <a:ln xmlns:a="http://schemas.openxmlformats.org/drawingml/2006/main" w="28575">
              <a:solidFill>
                <a:srgbClr val="2F6FED"/>
              </a:solidFill>
            </a:ln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</c:strLit>
          </c:cat>
          <c:val>
            <c:numLit>
              <c:formatCode>General</c:formatCode>
              <c:ptCount val="6"/>
              <c:pt idx="0">
                <c:v>72</c:v>
              </c:pt>
              <c:pt idx="1">
                <c:v>75</c:v>
              </c:pt>
              <c:pt idx="2">
                <c:v>78</c:v>
              </c:pt>
              <c:pt idx="3">
                <c:v>81</c:v>
              </c:pt>
              <c:pt idx="4">
                <c:v>83</c:v>
              </c:pt>
              <c:pt idx="5">
                <c:v>88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391E37-B8D8-46A3-957C-F959F312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4B0EF-4162-43EC-BB62-FB041ADF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26B32-A0E0-4A12-B42F-242DA156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NORTHSTAR  /  CORPORATE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48C69-BF44-41DF-95AD-EFE8A64A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Quarterly KPI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8C2A2-FB3C-4672-90F2-7C1DFB7B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Executive pulse across growth, retention, engagement and quality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3382F-6F5B-419A-8FC6-47D4D96E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85800"/>
            <a:ext cx="1905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A3E131-78F5-4477-8C5B-0BB0714A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429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F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6E"/>
                </a:solidFill>
                <a:latin typeface="Aptos"/>
                <a:ea typeface="Aptos"/>
                <a:cs typeface="Aptos"/>
              </a:rPr>
              <a:t>APPROVED  •  v3.5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FE5F1-10D4-4A4F-9383-A83A29F0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3DDF3-B24F-4BEA-94EF-C93E8D97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ILLUSTRATIVE DEMO CONTENT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BDD42-2361-4B46-AB75-85B314DA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81775"/>
            <a:ext cx="1600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Updated July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5699F-CF3C-41D0-BB7B-5287CACD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571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43450-7DAB-4B74-B85E-7E9D221B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F9042E-B000-4B93-AD69-458A4DB3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$121M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75C1B-58AA-4352-949D-0D14EF90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3842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Revenue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C0D20-6F51-40C2-A3D7-CBEDF7C2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171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+18% YoY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2D66C7-8F86-4BAC-AA14-BF8B25AE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52625"/>
            <a:ext cx="2571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C5C5B-6F7C-4D26-89D3-1E5AFFE3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5262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737FB8-A77C-432F-8348-E5A36742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94%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1DF715-0731-4C90-AD2A-7D95F8F7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3842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Retention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C2708C-D7C4-43E0-B959-B1434702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14650"/>
            <a:ext cx="2171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+3 pts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40EB69-B356-41AF-85C1-E7E383AB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2571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033480-9EB8-42F1-AF73-80A2D24F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96B758-AB9C-41C1-AF47-382B84D0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62175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68%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C8631A-6221-4590-B7A9-0734AF32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3842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Weekly active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C1AA02-1514-4A4F-9926-2559D897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2171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+9 pts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DA130A-1BF7-4C2E-A5A1-89F53650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52625"/>
            <a:ext cx="27432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0737DB-E21A-4839-8FCF-47F48DD6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5262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0CF4E5-94C9-4CD0-B43D-7FBEB40D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62175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4.7/5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1CAD5B-EDCB-4BB5-92FA-17BC6F07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38425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Service quality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18B19A-98A0-49FD-8AF6-F41893CA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14650"/>
            <a:ext cx="2343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+0.2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AF23D5-013A-49A3-A049-B0379AA0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7239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43A09B-7D28-43C5-AB8D-4CC80E28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Composite performance index</a:t>
            </a:r>
          </a:p>
        </p:txBody>
      </p:sp>
      <p:graphicFrame>
        <p:nvGraphicFramePr>
          <p:cNvPr id="77" name="Chart"/>
          <p:cNvGraphicFramePr/>
          <p:nvPr/>
        </p:nvGraphicFramePr>
        <p:xfrm>
          <a:off xmlns:a="http://schemas.openxmlformats.org/drawingml/2006/main" x="876300" y="4143375"/>
          <a:ext xmlns:a="http://schemas.openxmlformats.org/drawingml/2006/main" cx="6572250" cy="1428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48716d36114d9d"/>
          </a:graphicData>
        </a:graphic>
      </p:graphicFrame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6085F4-D498-4B7F-B116-5D13962F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76625"/>
            <a:ext cx="34480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D4342F-AFD9-4E07-B2DA-CDD3E0A4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528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Management focus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8C8D94-CDAD-4BEF-9D37-D929A8A3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57675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9C135C-30B6-467E-A932-8E551F08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148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6438A2-E4AF-48D7-9E60-232EEC68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957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Protect enterprise retention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396056-F796-4A18-AB1B-E2A5B077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52975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9D85D9-0BD2-443F-AF24-6BCBE659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101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43A433-96BC-49C7-9455-E0ECF727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910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Lift activation in week one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CDEA4E-23E6-47FC-9B66-2B9FC3AF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48275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FCF388-9584-4828-B655-55703E7C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3054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A3327A-5CEA-486D-80A1-114FD889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Scale service automation</a:t>
            </a:r>
          </a:p>
        </p:txBody>
      </p:sp>
    </p:spTree>
    <p:extLst>
      <p:ext uri="{BB962C8B-B14F-4D97-AF65-F5344CB8AC3E}">
        <p14:creationId xmlns:p14="http://schemas.microsoft.com/office/powerpoint/2010/main" val="10786689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2026-07-11T13:13:23.7860000Z</dcterms:created>
  <dcterms:modified xsi:type="dcterms:W3CDTF">2026-07-11T13:13:23.7860000Z</dcterms:modified>
</coreProperties>
</file>
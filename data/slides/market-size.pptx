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b55f1096574d82" /><Relationship Type="http://schemas.openxmlformats.org/officeDocument/2006/relationships/extended-properties" Target="/docProps/app.xml" Id="R30e37d60cfb648b5" /><Relationship Type="http://schemas.openxmlformats.org/officeDocument/2006/relationships/officeDocument" Target="/ppt/presentation.xml" Id="R28f34225aa4f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2857e864f847ac"/>
  </p:sldMasterIdLst>
  <p:notesMasterIdLst>
    <p:notesMasterId xmlns:r="http://schemas.openxmlformats.org/officeDocument/2006/relationships" r:id="R093d37a8d1694003"/>
  </p:notesMasterIdLst>
  <p:sldIdLst>
    <p:sldId xmlns:r="http://schemas.openxmlformats.org/officeDocument/2006/relationships" id="256" r:id="R9fc8d41b830b42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b4030b7d774522" /><Relationship Type="http://schemas.openxmlformats.org/officeDocument/2006/relationships/slideMaster" Target="/ppt/slideMasters/slideMaster1.xml" Id="R752857e864f847ac" /><Relationship Type="http://schemas.openxmlformats.org/officeDocument/2006/relationships/notesMaster" Target="/ppt/notesMasters/notesMaster1.xml" Id="R093d37a8d1694003" /><Relationship Type="http://schemas.openxmlformats.org/officeDocument/2006/relationships/presProps" Target="/ppt/presProps.xml" Id="Rc5dbb7316f0e40f5" /><Relationship Type="http://schemas.openxmlformats.org/officeDocument/2006/relationships/tableStyles" Target="/ppt/tableStyles.xml" Id="R89a8ea71de724ab8" /><Relationship Type="http://schemas.openxmlformats.org/officeDocument/2006/relationships/slide" Target="/ppt/slides/slide1.xml" Id="R9fc8d41b830b42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f2721a0028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a0e932fb284e82" /><Relationship Type="http://schemas.openxmlformats.org/officeDocument/2006/relationships/notesMaster" Target="/ppt/notesMasters/notesMaster1.xml" Id="R083cfb343cba4b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f092b89d748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ea9e40eed54559" /><Relationship Type="http://schemas.openxmlformats.org/officeDocument/2006/relationships/slideLayout" Target="/ppt/slideLayouts/slideLayout1.xml" Id="R07d6409eeff745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d6409eeff745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f3987df624c2a" /><Relationship Type="http://schemas.openxmlformats.org/officeDocument/2006/relationships/notesSlide" Target="/ppt/notesSlides/notesSlide1.xml" Id="Rf8f8a69b8c0f4e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758F4-BAB8-4CDC-8594-CD49D58F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EB7B2-43DC-4183-8668-83CA7736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13FF9-8F6D-4EE5-B61A-941A97AD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8EB05-DEEB-471C-B8CB-57E1D5A5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Market Size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4914A-5226-4275-AA2A-AD1BC1D1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 focused path from total opportunity to initial obtainable market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730F3-0300-453F-B2B7-7423E023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99FD0-2FD8-4313-AAF5-85336869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APPROVED  •  v1.8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BBFD5-3CD6-4AF0-B5EA-233F92EE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5C33E-5A88-4388-80DC-C0EB8CFB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3D198-E442-4C37-838C-4B6D1DB0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FF6AD-8335-4D03-9904-78220DA0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572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E3963-D0FC-4C79-9B23-7E772750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2E8AA-A95F-441A-BC62-B1BD3E1F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14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E87D2-E288-4FE2-975C-24F175C8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76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AA9BA-925E-4913-A5EB-107E2012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$24B  TAM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C2611-53D9-40AF-947F-605114F2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28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Global workflow market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2EFD2-31AB-4627-B660-1493003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$8.6B  SAM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D94F5-1CBD-483A-BFD9-8104A1FE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Priority segments &amp; regions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92844-C460-4B97-938E-499AAFA1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10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$1.2B  SOM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C7E27-CA05-489C-854A-469D2A8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72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Three-year obtainable market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BE48F-E78A-449A-8A7F-B102D523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40957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94EBBA-5371-4B59-951C-AFC47F80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38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E8518-CA52-412E-BA75-BA622C77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A271D-EA5B-4128-8F52-7238D712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38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19BFF-4719-49CF-A916-A827C33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Digitization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90270C-4640-42C5-A9F8-0BED0458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Core workflows are moving from fragmented tools to shared platforms.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D8471-F104-41DA-80A1-FFA84E8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0EB67-A265-4F8B-8C8D-A5F39773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719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BF9C56-D64D-43C1-931B-301D36ED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Consolidation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D4046C-2734-4C6B-B97D-72996C2A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814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Buyers increasingly prefer fewer, broader strategic vendors.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38442-A53C-45A6-9313-FCC287D8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1F9446-FE49-48AB-8A17-EDE931A9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6D6B12-0CB7-4A9F-98B0-3568F6B3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AI acceleration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73A202-DA56-45BA-8947-6F464F0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Automation expands the value pool and shortens time to value.</a:t>
            </a:r>
          </a:p>
        </p:txBody>
      </p:sp>
    </p:spTree>
    <p:extLst>
      <p:ext uri="{BB962C8B-B14F-4D97-AF65-F5344CB8AC3E}">
        <p14:creationId xmlns:p14="http://schemas.microsoft.com/office/powerpoint/2010/main" val="1124908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2026-07-11T13:13:23.0350000Z</dcterms:created>
  <dcterms:modified xsi:type="dcterms:W3CDTF">2026-07-11T13:13:23.0350000Z</dcterms:modified>
</coreProperties>
</file>
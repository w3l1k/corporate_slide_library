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d88122e7cff4ca7" /><Relationship Type="http://schemas.openxmlformats.org/officeDocument/2006/relationships/extended-properties" Target="/docProps/app.xml" Id="Ra3749460f2eb4a18" /><Relationship Type="http://schemas.openxmlformats.org/officeDocument/2006/relationships/officeDocument" Target="/ppt/presentation.xml" Id="R7c1967cb01534b9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d4ab2f050494ce0"/>
  </p:sldMasterIdLst>
  <p:notesMasterIdLst>
    <p:notesMasterId xmlns:r="http://schemas.openxmlformats.org/officeDocument/2006/relationships" r:id="R5887bee377c745d3"/>
  </p:notesMasterIdLst>
  <p:sldIdLst>
    <p:sldId xmlns:r="http://schemas.openxmlformats.org/officeDocument/2006/relationships" id="256" r:id="R62e79a4f3785451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16010912e904c21" /><Relationship Type="http://schemas.openxmlformats.org/officeDocument/2006/relationships/slideMaster" Target="/ppt/slideMasters/slideMaster1.xml" Id="R6d4ab2f050494ce0" /><Relationship Type="http://schemas.openxmlformats.org/officeDocument/2006/relationships/notesMaster" Target="/ppt/notesMasters/notesMaster1.xml" Id="R5887bee377c745d3" /><Relationship Type="http://schemas.openxmlformats.org/officeDocument/2006/relationships/presProps" Target="/ppt/presProps.xml" Id="R142a3d854c3142c7" /><Relationship Type="http://schemas.openxmlformats.org/officeDocument/2006/relationships/tableStyles" Target="/ppt/tableStyles.xml" Id="Racb3873a8ab54695" /><Relationship Type="http://schemas.openxmlformats.org/officeDocument/2006/relationships/slide" Target="/ppt/slides/slide1.xml" Id="R62e79a4f3785451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1e81bd8dad847f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2eee66735994981" /><Relationship Type="http://schemas.openxmlformats.org/officeDocument/2006/relationships/notesMaster" Target="/ppt/notesMasters/notesMaster1.xml" Id="R4de8fefc66e24d4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de861e11db4af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fa09302ba154d32" /><Relationship Type="http://schemas.openxmlformats.org/officeDocument/2006/relationships/slideLayout" Target="/ppt/slideLayouts/slideLayout1.xml" Id="Rf11c2d7fad68465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11c2d7fad68465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570f3a86c24c13" /><Relationship Type="http://schemas.openxmlformats.org/officeDocument/2006/relationships/notesSlide" Target="/ppt/notesSlides/notesSlide1.xml" Id="R8b612fd11c4f4e7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4E109F-4990-4478-8467-1AADA3CD0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46690F-F7F6-4E05-817A-50F73914E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5A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E8BD08-2923-44DF-9108-B640C2F49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27D98"/>
                </a:solidFill>
                <a:latin typeface="Aptos"/>
                <a:ea typeface="Aptos"/>
                <a:cs typeface="Aptos"/>
              </a:rPr>
              <a:t>NORTHSTAR  /  CORPORATE LIBRARY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DECC12-AF0C-4359-8E78-5BF828152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Executive Summary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F05A4E-02E8-4721-991C-D0F796273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Legacy decision frame retained for reference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A81C5C-1AD7-4421-A1EC-E0E8FE4EC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85800"/>
            <a:ext cx="1905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EE11FE-E270-4357-A9A1-FF4E6DE3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742950"/>
            <a:ext cx="1676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C5A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C5A5A"/>
                </a:solidFill>
                <a:latin typeface="Aptos"/>
                <a:ea typeface="Aptos"/>
                <a:cs typeface="Aptos"/>
              </a:rPr>
              <a:t>DEPRECATED  •  v1.1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67F2D3-D4EF-4538-A705-882E303CB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37E22D-8784-4475-9C39-5D1BD51C9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2476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27D98"/>
                </a:solidFill>
                <a:latin typeface="Aptos"/>
                <a:ea typeface="Aptos"/>
                <a:cs typeface="Aptos"/>
              </a:rPr>
              <a:t>ILLUSTRATIVE DEMO CONTENT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7B1385-05E4-419B-9B84-C1E2D9A38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6581775"/>
            <a:ext cx="1600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Updated July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958671-CA95-4AFA-9105-FC07BBEE4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34290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44D4B2-1074-41C5-9712-AD6858E83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3429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2D5D0A-9B2E-4167-84DE-733F63567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622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4D28F8-0212-4D7F-89D6-6721842E0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194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What changed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F78AD2-2BD5-43A5-B532-CDF2C27E3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33750"/>
            <a:ext cx="2857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Demand remains resilient, but sales cycles are lengthening in the enterprise segment.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33B5E6-2F6F-4F13-B2B8-A5A380FB4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047875"/>
            <a:ext cx="34290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59DC32-C456-41B5-8099-4E429D73F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047875"/>
            <a:ext cx="3429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3BA948-2527-4FDA-A79D-B095ADCB5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3622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B8A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B8A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A17567-AD87-46B2-9B31-266EDB0D7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8194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Decision required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6BC8E1-EFD7-497A-8C27-AAB5E3403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333750"/>
            <a:ext cx="2857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Prioritize activation and retention investment before expanding into a seventh region.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41DF9A-C679-47CE-87AA-DC76DB04D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47875"/>
            <a:ext cx="36576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164DD9-A8C3-4BA5-B9B9-BA56A0EC7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47875"/>
            <a:ext cx="36576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5A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BB8EF7-5D41-4B9E-A754-E99B8FFEB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622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C5A5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C5A5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EC9E3F-AA86-482F-8CA9-55A42EDCE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194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Primary risk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19E903-E963-4206-9877-95A7F0579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333750"/>
            <a:ext cx="2857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Delivery capacity could constrain the Q4 roadmap without faster partner onboarding.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DBED67-0481-45DF-8C72-47231F3D4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109728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5A5CFA-D982-4096-93AD-B570046D7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102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C5A5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C5A5A"/>
                </a:solidFill>
                <a:latin typeface="Aptos"/>
                <a:ea typeface="Aptos"/>
                <a:cs typeface="Aptos"/>
              </a:rPr>
              <a:t>LEGACY FORMAT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AF2EEA1-B5E1-42DA-941D-395ECD40E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381625"/>
            <a:ext cx="819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Use the refreshed executive-summary template for new leadership materials.</a:t>
            </a:r>
          </a:p>
        </p:txBody>
      </p:sp>
    </p:spTree>
    <p:extLst>
      <p:ext uri="{BB962C8B-B14F-4D97-AF65-F5344CB8AC3E}">
        <p14:creationId xmlns:p14="http://schemas.microsoft.com/office/powerpoint/2010/main" val="13067359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2026-07-11T13:13:24.4900000Z</dcterms:created>
  <dcterms:modified xsi:type="dcterms:W3CDTF">2026-07-11T13:13:24.4900000Z</dcterms:modified>
</coreProperties>
</file>
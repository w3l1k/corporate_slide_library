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218a09addf4c72" /><Relationship Type="http://schemas.openxmlformats.org/officeDocument/2006/relationships/extended-properties" Target="/docProps/app.xml" Id="R30e852b737b747ea" /><Relationship Type="http://schemas.openxmlformats.org/officeDocument/2006/relationships/officeDocument" Target="/ppt/presentation.xml" Id="R9ebe48a3b82e41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fe21934b5a4a6d"/>
  </p:sldMasterIdLst>
  <p:notesMasterIdLst>
    <p:notesMasterId xmlns:r="http://schemas.openxmlformats.org/officeDocument/2006/relationships" r:id="Rebef5d6e55ac4e23"/>
  </p:notesMasterIdLst>
  <p:sldIdLst>
    <p:sldId xmlns:r="http://schemas.openxmlformats.org/officeDocument/2006/relationships" id="256" r:id="Rdf1e029a6478401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8723da4bdd415c" /><Relationship Type="http://schemas.openxmlformats.org/officeDocument/2006/relationships/slideMaster" Target="/ppt/slideMasters/slideMaster1.xml" Id="R9efe21934b5a4a6d" /><Relationship Type="http://schemas.openxmlformats.org/officeDocument/2006/relationships/notesMaster" Target="/ppt/notesMasters/notesMaster1.xml" Id="Rebef5d6e55ac4e23" /><Relationship Type="http://schemas.openxmlformats.org/officeDocument/2006/relationships/presProps" Target="/ppt/presProps.xml" Id="Rcd5d5df5856442b6" /><Relationship Type="http://schemas.openxmlformats.org/officeDocument/2006/relationships/tableStyles" Target="/ppt/tableStyles.xml" Id="Ra341aa1cc29449a1" /><Relationship Type="http://schemas.openxmlformats.org/officeDocument/2006/relationships/slide" Target="/ppt/slides/slide1.xml" Id="Rdf1e029a647840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4f6438bcda47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6b67e771ef42cc" /><Relationship Type="http://schemas.openxmlformats.org/officeDocument/2006/relationships/notesMaster" Target="/ppt/notesMasters/notesMaster1.xml" Id="R5b2c5baf9ff549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bb0a6c71c44a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f3071b2c8e4cde" /><Relationship Type="http://schemas.openxmlformats.org/officeDocument/2006/relationships/slideLayout" Target="/ppt/slideLayouts/slideLayout1.xml" Id="Rbb3ae5aca58045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3ae5aca58045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b2546242e64aef" /><Relationship Type="http://schemas.openxmlformats.org/officeDocument/2006/relationships/notesSlide" Target="/ppt/notesSlides/notesSlide1.xml" Id="Rb60c19b152ec4d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73056D-D4DB-4521-BE5B-AFF84836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D0773D-6804-464A-9C4D-E3C1CF2C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BB7533-5FDC-4512-9884-DD0F39BC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NORTHSTAR  /  CORPORATE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D83FCC-942C-4CAE-9C84-B6DECA36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Go-to-Market Strategy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FAB652-3FF5-4C92-87E8-D6680B5C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Integrated segments, motions and channels for repeatable growth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B89DEB-0E62-4666-9CA3-1678CFA3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85800"/>
            <a:ext cx="1905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81BC44-ED3D-4E36-AD30-34CDF10E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742950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7F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7F6E"/>
                </a:solidFill>
                <a:latin typeface="Aptos"/>
                <a:ea typeface="Aptos"/>
                <a:cs typeface="Aptos"/>
              </a:rPr>
              <a:t>APPROVED  •  v2.2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8E1E21-079A-4F7E-9EE5-128659FD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D531A9-8BF8-42E5-A18E-4B477509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247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ILLUSTRATIVE DEMO CONTENT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247382-185A-4487-9483-DD8580ED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581775"/>
            <a:ext cx="1600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Updated July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3BEEA8-D6A3-4CA3-A06A-0256F2BB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SEGMENTS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11CAFF-CED1-40B4-BC6A-3A855CC2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3429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1F9B0D-43D6-4F24-B736-29DADB2F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19375"/>
            <a:ext cx="495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4AA293-1728-420D-8B7F-53DF064F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76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D23111-16CE-49FC-B68D-56ED1006F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38425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Enterprise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6E31A5-552F-41A5-AEC3-2B14031A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24175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Complex, multi-team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43054F-ABA2-4BD8-BF01-4C3C1614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95675"/>
            <a:ext cx="495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44DC02-7683-48B7-8716-D95B00A3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528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1E4704-D771-4A79-BF4E-8962FDB3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514725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Mid-market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45DF77-2D8E-4C14-A3C1-7BA75638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800475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Fast-scaling teams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3C0D29-0CF5-40B6-B11A-805A0AE0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71975"/>
            <a:ext cx="495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29F67C-BC39-46ED-9034-D9560BD0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291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E14FA1-98B2-497B-ACB5-CD65B8B2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91025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Partners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A3CB9F-BAE5-4541-93F3-205B07D9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76775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Embedded reach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0F45A1-BE36-4A47-A7E4-B5DE22F8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097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MOTIONS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52ABA0-E9C9-4223-A90E-2DF3128F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43150"/>
            <a:ext cx="3429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9BBE7C-32C9-4ED9-83A3-409F3FA3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19375"/>
            <a:ext cx="495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ADB918-2067-4556-8E1F-9B44B6C3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76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4B302E-456E-4C3A-BB7D-3890F079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638425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Land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43BAAA-6358-415D-AA6A-638FDF9C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924175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8CCE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8CCE0"/>
                </a:solidFill>
                <a:latin typeface="Aptos"/>
                <a:ea typeface="Aptos"/>
                <a:cs typeface="Aptos"/>
              </a:rPr>
              <a:t>Outcome-led entry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65F434-792A-48D9-8637-73AC28A3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95675"/>
            <a:ext cx="495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A108D6-9DFF-40F5-9581-4BBE41AB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528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CC740D-955F-444F-AB16-9D22CD0D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514725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Expand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9DE622-0DC3-441B-ACDB-07778CD6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800475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8CCE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8CCE0"/>
                </a:solidFill>
                <a:latin typeface="Aptos"/>
                <a:ea typeface="Aptos"/>
                <a:cs typeface="Aptos"/>
              </a:rPr>
              <a:t>Use-case adoption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D42E48-D7B3-480B-AE85-CFBECBAE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371975"/>
            <a:ext cx="495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0C6E64-6DF7-402B-AC48-DFD226AB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4291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4A185B-8E69-49F8-9421-EFFAFD80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391025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Scale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656655-04E1-4FBB-B365-BFC586F1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676775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8CCE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8CCE0"/>
                </a:solidFill>
                <a:latin typeface="Aptos"/>
                <a:ea typeface="Aptos"/>
                <a:cs typeface="Aptos"/>
              </a:rPr>
              <a:t>Portfolio standard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16E2155-453C-4CC2-AA95-4B72072B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097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CHANNELS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BB830AF-5786-4737-85D3-FE2AC6BE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43150"/>
            <a:ext cx="36576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C5038C3-DB55-4252-802E-8599F283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19375"/>
            <a:ext cx="495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35013C6-806A-4934-BA09-35DD2CC6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76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5FA851E-D531-4D93-ADC7-95803BFB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38425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Direct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48FDE37-7BC7-4979-BFBE-9ADFA283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24175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Strategic accounts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78BABD4-6782-4A9F-9B12-703A4238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95675"/>
            <a:ext cx="495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24CB6DA-732A-4D5C-8B5F-846C7122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528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CB9DCAD-9EC2-4883-9F0C-D988A33D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514725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Digital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D76D3E7-B9BC-4FAA-8FF1-09C3239E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00475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Product-led demand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51F0ECE-F901-4D54-A43D-D731C8B6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71975"/>
            <a:ext cx="495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53B4255-5536-4C7E-92D2-7B160459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291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BB628BB-EFC0-49BC-AEFB-D5E0CFE5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391025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Alliance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7FE171D-D67C-4F77-AB1E-94A049B5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676775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Ecosystem leverage</a:t>
            </a:r>
          </a:p>
        </p:txBody>
      </p:sp>
    </p:spTree>
    <p:extLst>
      <p:ext uri="{BB962C8B-B14F-4D97-AF65-F5344CB8AC3E}">
        <p14:creationId xmlns:p14="http://schemas.microsoft.com/office/powerpoint/2010/main" val="3267977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2026-07-11T13:13:24.3520000Z</dcterms:created>
  <dcterms:modified xsi:type="dcterms:W3CDTF">2026-07-11T13:13:24.3520000Z</dcterms:modified>
</coreProperties>
</file>